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8" r:id="rId2"/>
    <p:sldId id="256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4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461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4471EA-9DA2-44CE-9CB5-B2BCE5DA53DA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FB4D27-FA10-4FEF-9696-06C8C42E8C8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8268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FB4D27-FA10-4FEF-9696-06C8C42E8C8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9780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FB4D27-FA10-4FEF-9696-06C8C42E8C8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7095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B32F3B8-5166-877D-AAB4-91D530FDA6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A3CB4149-D0B6-9937-3C51-A3C63BD442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1C2FD21-1AD0-5DC3-2EF4-50DE5C8AE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CB186-DA9A-4076-8910-023199656396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16922A-F7AE-5BC7-F15C-D702B8DB4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2241C83-36B9-B6BD-9B4F-4DAA531E8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B596D1-6603-472C-956E-58A7690A6EF1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491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D82960-A167-E153-A4AA-B3B3E22D4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25F56C-5E33-6E77-4166-A4B57D6DD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CD4FA5C-32AC-B016-558C-2588F68B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CB186-DA9A-4076-8910-023199656396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D5FED64-4F40-AFD5-C47B-A3AF65703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16443FB-EB89-1D78-1D40-42527F32E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B596D1-6603-472C-956E-58A7690A6EF1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6547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AC4EC62-4ED3-1527-E19F-942E78193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E7D3D59-4D43-531C-FE08-26AA50E787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F618742-B068-4C92-273D-DC3F36925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CB186-DA9A-4076-8910-023199656396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61BD468-54B4-F839-2DB9-93E8BB24D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B6D33DE-71B0-345D-EF08-1EEFB7D07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B596D1-6603-472C-956E-58A7690A6EF1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936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3340E0-DE9A-B2A8-9BF7-E07597CF9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FF15C70-3898-6C30-299C-B402086649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4E4D943-41A0-A6F7-7224-C78C1F5778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B74C5A6-7B66-947B-FCE2-D6FA92B11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CB186-DA9A-4076-8910-023199656396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F4BD689-EA80-803B-5BCE-0AFE73A0D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340B24C-AEF0-A271-D15A-DF008EF7E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B596D1-6603-472C-956E-58A7690A6EF1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2074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436130C-D9C9-E1F8-5F2E-841A018F0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7DF2284-FD2D-E1C1-996D-0A701A123D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0FFAA4C-BA81-0FBB-A7C7-480415804B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C63332F5-4AB8-EB18-D440-16396BA77E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EE1D007-56C9-EA05-A103-8EB9B059C5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8B8A98E1-9D3E-1534-C949-E4B1EE6FF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CB186-DA9A-4076-8910-023199656396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A0193FE3-E5FF-351C-6DBC-B07E2A258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1663B94-0D75-D35C-5D37-E5C378371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B596D1-6603-472C-956E-58A7690A6EF1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99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FB0BE2-6FF0-A94E-D75D-3285E1EFC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C11ACF26-D962-0BE7-FCBF-CF7C9EF92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CB186-DA9A-4076-8910-023199656396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524EA8D-4022-2FF9-7218-C82CD7206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78B6EFB-FD60-7A65-488A-3A0F71150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B596D1-6603-472C-956E-58A7690A6EF1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0237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801A6C7A-5E59-42CA-06ED-EB15D0EFE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CB186-DA9A-4076-8910-023199656396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B92E28DF-5829-6980-EEB3-9574BCE07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E2889D9-54D3-489E-6621-CFDA0B0B8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B596D1-6603-472C-956E-58A7690A6EF1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4507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2752AE2-7873-5F67-7FDC-26A9304E8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2085EFE-2EF3-2C92-428F-11BAEFA79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3AA0D07-CC19-C0E8-F6A2-D1FE7EA288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6DC830D-CDE7-335B-DB55-0B4EB0A32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CB186-DA9A-4076-8910-023199656396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2ED340E-AA05-60BE-A8E9-4DF320BE2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DFC6E17-9FE0-DA33-FB32-06C27A190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B596D1-6603-472C-956E-58A7690A6EF1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978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AE6FC9-DC46-38CA-2438-AA04B9A1D6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17E6C471-EE67-755B-DD8B-12237429F7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CE28ABC-A637-1BF1-81F5-5A5028DF78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F85F8C2-DC65-C174-F5B3-45B66432A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CB186-DA9A-4076-8910-023199656396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F9F7098-C424-80E6-9D4E-08E31A5A1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FEDB35A-45ED-0DC9-E5BD-E9FA04ABC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B596D1-6603-472C-956E-58A7690A6EF1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52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6D9B84-FE09-92BB-B91E-A12E7E3C8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9BC632D-E3C1-83A7-B7FD-BEBA40AC0E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4A2FF13-E628-87BF-57EE-A832CBB91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CB186-DA9A-4076-8910-023199656396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60C0BEA-0B96-6E0D-49CE-7AD0088DC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3FBA99C-5B39-432A-D69A-207EDF6C0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B596D1-6603-472C-956E-58A7690A6EF1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85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27D3AA60-195E-9B7C-4B8F-0FF721D838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430D8799-4B87-250B-AEF9-C6F8A49CC6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C689374-B9F6-14B7-8019-9C0C09BE6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CB186-DA9A-4076-8910-023199656396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FFAD097-6451-E189-2FB5-3C22BC35E4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29AAE32-3D40-1CE7-B8AB-2FA98F5DC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B596D1-6603-472C-956E-58A7690A6EF1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057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A73873D9-D38D-3FF8-6D0B-7BAC2CB10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D8D4B3D-ACA9-37E0-6C75-13B0AFCF1C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ECB58D9-0C0A-D04D-0C81-33A74ADA8F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DCB186-DA9A-4076-8910-023199656396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FF18AF9-7B4A-4EC5-8D47-AEB7373F59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3AEC4A9-9646-352A-1B5C-079B6C6F13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B596D1-6603-472C-956E-58A7690A6EF1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2270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899E5-258E-9A96-8FDF-F14E5E8DE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E8397AD0-DB54-6897-EA32-FC8A07DA56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69504"/>
            <a:ext cx="12192000" cy="4318992"/>
          </a:xfrm>
          <a:prstGeom prst="rect">
            <a:avLst/>
          </a:prstGeom>
        </p:spPr>
      </p:pic>
      <p:sp>
        <p:nvSpPr>
          <p:cNvPr id="6" name="Rettangolo 5">
            <a:extLst>
              <a:ext uri="{FF2B5EF4-FFF2-40B4-BE49-F238E27FC236}">
                <a16:creationId xmlns:a16="http://schemas.microsoft.com/office/drawing/2014/main" id="{7E49622A-3FA1-C2F1-9C6C-FF711680E580}"/>
              </a:ext>
            </a:extLst>
          </p:cNvPr>
          <p:cNvSpPr/>
          <p:nvPr/>
        </p:nvSpPr>
        <p:spPr>
          <a:xfrm>
            <a:off x="4981903" y="1261241"/>
            <a:ext cx="7210097" cy="43260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51F93674-4553-0E89-D1B0-47FC4EF62FA0}"/>
              </a:ext>
            </a:extLst>
          </p:cNvPr>
          <p:cNvSpPr/>
          <p:nvPr/>
        </p:nvSpPr>
        <p:spPr>
          <a:xfrm>
            <a:off x="4681308" y="2518276"/>
            <a:ext cx="407802" cy="3069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4CABD1C4-E973-400A-8F59-BD5293E5BBB5}"/>
              </a:ext>
            </a:extLst>
          </p:cNvPr>
          <p:cNvSpPr/>
          <p:nvPr/>
        </p:nvSpPr>
        <p:spPr>
          <a:xfrm>
            <a:off x="4589867" y="4080259"/>
            <a:ext cx="538129" cy="7513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3755B776-35D7-98F3-23F4-EF18534975F1}"/>
              </a:ext>
            </a:extLst>
          </p:cNvPr>
          <p:cNvSpPr/>
          <p:nvPr/>
        </p:nvSpPr>
        <p:spPr>
          <a:xfrm>
            <a:off x="3682826" y="2957611"/>
            <a:ext cx="1204484" cy="14983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781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FCB76A91-A32E-3E49-BB1B-BCAF8BC3ED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69504"/>
            <a:ext cx="12192000" cy="4318992"/>
          </a:xfrm>
          <a:prstGeom prst="rect">
            <a:avLst/>
          </a:prstGeom>
        </p:spPr>
      </p:pic>
      <p:sp>
        <p:nvSpPr>
          <p:cNvPr id="6" name="Rettangolo 5">
            <a:extLst>
              <a:ext uri="{FF2B5EF4-FFF2-40B4-BE49-F238E27FC236}">
                <a16:creationId xmlns:a16="http://schemas.microsoft.com/office/drawing/2014/main" id="{F2750F73-ECE9-269A-0DCD-9BA00FB853C7}"/>
              </a:ext>
            </a:extLst>
          </p:cNvPr>
          <p:cNvSpPr/>
          <p:nvPr/>
        </p:nvSpPr>
        <p:spPr>
          <a:xfrm>
            <a:off x="4981903" y="1261241"/>
            <a:ext cx="7210097" cy="43260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C60F1532-2474-094E-095D-D71A10026EE5}"/>
              </a:ext>
            </a:extLst>
          </p:cNvPr>
          <p:cNvSpPr/>
          <p:nvPr/>
        </p:nvSpPr>
        <p:spPr>
          <a:xfrm>
            <a:off x="4681308" y="2518276"/>
            <a:ext cx="407802" cy="3069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783EF503-DB84-7A25-1E10-B961A36BBBF3}"/>
              </a:ext>
            </a:extLst>
          </p:cNvPr>
          <p:cNvSpPr/>
          <p:nvPr/>
        </p:nvSpPr>
        <p:spPr>
          <a:xfrm>
            <a:off x="4589867" y="4080259"/>
            <a:ext cx="538129" cy="7513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0F7E55F9-A366-C37C-E348-B46BB6FCA71A}"/>
              </a:ext>
            </a:extLst>
          </p:cNvPr>
          <p:cNvSpPr/>
          <p:nvPr/>
        </p:nvSpPr>
        <p:spPr>
          <a:xfrm>
            <a:off x="0" y="1973843"/>
            <a:ext cx="2585545" cy="3613456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9480025C-3BF5-62B4-8E6F-F19F3DCF3699}"/>
              </a:ext>
            </a:extLst>
          </p:cNvPr>
          <p:cNvSpPr/>
          <p:nvPr/>
        </p:nvSpPr>
        <p:spPr>
          <a:xfrm>
            <a:off x="2585546" y="2777741"/>
            <a:ext cx="1103585" cy="169335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6787C49A-C675-8E88-7F1C-6255F546FD15}"/>
              </a:ext>
            </a:extLst>
          </p:cNvPr>
          <p:cNvSpPr/>
          <p:nvPr/>
        </p:nvSpPr>
        <p:spPr>
          <a:xfrm>
            <a:off x="2731640" y="4471101"/>
            <a:ext cx="1241269" cy="403597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E22C353D-7803-6712-532F-556E1EB2EC7F}"/>
              </a:ext>
            </a:extLst>
          </p:cNvPr>
          <p:cNvSpPr/>
          <p:nvPr/>
        </p:nvSpPr>
        <p:spPr>
          <a:xfrm>
            <a:off x="2731640" y="1269504"/>
            <a:ext cx="2396356" cy="1508237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8206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FFC03-EAC7-5172-F336-3BEE795F9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BF066356-D51B-5EF7-FD57-112ED39D62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69504"/>
            <a:ext cx="12192000" cy="4318992"/>
          </a:xfrm>
          <a:prstGeom prst="rect">
            <a:avLst/>
          </a:prstGeom>
        </p:spPr>
      </p:pic>
      <p:sp>
        <p:nvSpPr>
          <p:cNvPr id="8" name="Rettangolo 7">
            <a:extLst>
              <a:ext uri="{FF2B5EF4-FFF2-40B4-BE49-F238E27FC236}">
                <a16:creationId xmlns:a16="http://schemas.microsoft.com/office/drawing/2014/main" id="{CF33A716-F440-CE0C-0C27-3660156E73D4}"/>
              </a:ext>
            </a:extLst>
          </p:cNvPr>
          <p:cNvSpPr/>
          <p:nvPr/>
        </p:nvSpPr>
        <p:spPr>
          <a:xfrm>
            <a:off x="0" y="1973843"/>
            <a:ext cx="2585545" cy="3613456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D3FD9AAB-5706-635B-C9F4-D2CFB1BFB3DC}"/>
              </a:ext>
            </a:extLst>
          </p:cNvPr>
          <p:cNvSpPr/>
          <p:nvPr/>
        </p:nvSpPr>
        <p:spPr>
          <a:xfrm>
            <a:off x="2585546" y="2730589"/>
            <a:ext cx="2263927" cy="1740512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56EBB8F2-6016-5A87-E953-7ED5516D12FD}"/>
              </a:ext>
            </a:extLst>
          </p:cNvPr>
          <p:cNvSpPr/>
          <p:nvPr/>
        </p:nvSpPr>
        <p:spPr>
          <a:xfrm>
            <a:off x="2731640" y="4471101"/>
            <a:ext cx="1241269" cy="403597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6D167C39-B61C-1272-B726-02D95FEFA1D6}"/>
              </a:ext>
            </a:extLst>
          </p:cNvPr>
          <p:cNvSpPr/>
          <p:nvPr/>
        </p:nvSpPr>
        <p:spPr>
          <a:xfrm>
            <a:off x="2731640" y="2509872"/>
            <a:ext cx="1241269" cy="220717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63787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</Words>
  <Application>Microsoft Office PowerPoint</Application>
  <PresentationFormat>Widescreen</PresentationFormat>
  <Paragraphs>2</Paragraphs>
  <Slides>3</Slides>
  <Notes>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Tema di Office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Francia</dc:creator>
  <cp:lastModifiedBy>Matteo Francia</cp:lastModifiedBy>
  <cp:revision>1</cp:revision>
  <dcterms:created xsi:type="dcterms:W3CDTF">2026-08-25T09:27:21Z</dcterms:created>
  <dcterms:modified xsi:type="dcterms:W3CDTF">2026-08-25T09:35:09Z</dcterms:modified>
</cp:coreProperties>
</file>