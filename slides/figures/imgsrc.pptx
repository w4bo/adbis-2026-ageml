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>
      <p:cViewPr varScale="1">
        <p:scale>
          <a:sx n="191" d="100"/>
          <a:sy n="191" d="100"/>
        </p:scale>
        <p:origin x="35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471EA-9DA2-44CE-9CB5-B2BCE5DA53D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B4D27-FA10-4FEF-9696-06C8C42E8C8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26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B4D27-FA10-4FEF-9696-06C8C42E8C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78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B4D27-FA10-4FEF-9696-06C8C42E8C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09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32F3B8-5166-877D-AAB4-91D530FDA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3CB4149-D0B6-9937-3C51-A3C63BD44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C2FD21-1AD0-5DC3-2EF4-50DE5C8A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16922A-F7AE-5BC7-F15C-D702B8DB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241C83-36B9-B6BD-9B4F-4DAA531E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9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D82960-A167-E153-A4AA-B3B3E22D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25F56C-5E33-6E77-4166-A4B57D6D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D4FA5C-32AC-B016-558C-2588F68B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5FED64-4F40-AFD5-C47B-A3AF6570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6443FB-EB89-1D78-1D40-42527F32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5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C4EC62-4ED3-1527-E19F-942E78193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E7D3D59-4D43-531C-FE08-26AA50E78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618742-B068-4C92-273D-DC3F3692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1BD468-54B4-F839-2DB9-93E8BB24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6D33DE-71B0-345D-EF08-1EEFB7D0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3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3340E0-DE9A-B2A8-9BF7-E07597CF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F15C70-3898-6C30-299C-B40208664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4E4D943-41A0-A6F7-7224-C78C1F577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B74C5A6-7B66-947B-FCE2-D6FA92B1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F4BD689-EA80-803B-5BCE-0AFE73A0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340B24C-AEF0-A271-D15A-DF008EF7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0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36130C-D9C9-E1F8-5F2E-841A018F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7DF2284-FD2D-E1C1-996D-0A701A123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FFAA4C-BA81-0FBB-A7C7-48041580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63332F5-4AB8-EB18-D440-16396BA77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EE1D007-56C9-EA05-A103-8EB9B059C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B8A98E1-9D3E-1534-C949-E4B1EE6F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0193FE3-E5FF-351C-6DBC-B07E2A25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1663B94-0D75-D35C-5D37-E5C378371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FB0BE2-6FF0-A94E-D75D-3285E1EF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11ACF26-D962-0BE7-FCBF-CF7C9EF9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24EA8D-4022-2FF9-7218-C82CD720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8B6EFB-FD60-7A65-488A-3A0F7115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2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01A6C7A-5E59-42CA-06ED-EB15D0EF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92E28DF-5829-6980-EEB3-9574BCE07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2889D9-54D3-489E-6621-CFDA0B0B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5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752AE2-7873-5F67-7FDC-26A9304E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085EFE-2EF3-2C92-428F-11BAEFA79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3AA0D07-CC19-C0E8-F6A2-D1FE7EA28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DC830D-CDE7-335B-DB55-0B4EB0A3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ED340E-AA05-60BE-A8E9-4DF320BE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DFC6E17-9FE0-DA33-FB32-06C27A19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7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AE6FC9-DC46-38CA-2438-AA04B9A1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7E6C471-EE67-755B-DD8B-12237429F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CE28ABC-A637-1BF1-81F5-5A5028DF7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F85F8C2-DC65-C174-F5B3-45B66432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F9F7098-C424-80E6-9D4E-08E31A5A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EDB35A-45ED-0DC9-E5BD-E9FA04AB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2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6D9B84-FE09-92BB-B91E-A12E7E3C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BC632D-E3C1-83A7-B7FD-BEBA40AC0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A2FF13-E628-87BF-57EE-A832CBB9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0C0BEA-0B96-6E0D-49CE-7AD0088D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FBA99C-5B39-432A-D69A-207EDF6C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7D3AA60-195E-9B7C-4B8F-0FF721D83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30D8799-4B87-250B-AEF9-C6F8A49CC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689374-B9F6-14B7-8019-9C0C09BE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FAD097-6451-E189-2FB5-3C22BC35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9AAE32-3D40-1CE7-B8AB-2FA98F5D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5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73873D9-D38D-3FF8-6D0B-7BAC2CB1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8D4B3D-ACA9-37E0-6C75-13B0AFCF1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CB58D9-0C0A-D04D-0C81-33A74ADA8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CB186-DA9A-4076-8910-02319965639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F18AF9-7B4A-4EC5-8D47-AEB7373F5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AEC4A9-9646-352A-1B5C-079B6C6F1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596D1-6603-472C-956E-58A7690A6E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2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99E5-258E-9A96-8FDF-F14E5E8D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E8397AD0-DB54-6897-EA32-FC8A07DA5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9504"/>
            <a:ext cx="12192000" cy="4318992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E49622A-3FA1-C2F1-9C6C-FF711680E580}"/>
              </a:ext>
            </a:extLst>
          </p:cNvPr>
          <p:cNvSpPr/>
          <p:nvPr/>
        </p:nvSpPr>
        <p:spPr>
          <a:xfrm>
            <a:off x="4981903" y="1261241"/>
            <a:ext cx="7210097" cy="4326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F93674-4553-0E89-D1B0-47FC4EF62FA0}"/>
              </a:ext>
            </a:extLst>
          </p:cNvPr>
          <p:cNvSpPr/>
          <p:nvPr/>
        </p:nvSpPr>
        <p:spPr>
          <a:xfrm>
            <a:off x="4681308" y="2518276"/>
            <a:ext cx="407802" cy="306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CABD1C4-E973-400A-8F59-BD5293E5BBB5}"/>
              </a:ext>
            </a:extLst>
          </p:cNvPr>
          <p:cNvSpPr/>
          <p:nvPr/>
        </p:nvSpPr>
        <p:spPr>
          <a:xfrm>
            <a:off x="4589867" y="4080259"/>
            <a:ext cx="538129" cy="75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755B776-35D7-98F3-23F4-EF18534975F1}"/>
              </a:ext>
            </a:extLst>
          </p:cNvPr>
          <p:cNvSpPr/>
          <p:nvPr/>
        </p:nvSpPr>
        <p:spPr>
          <a:xfrm>
            <a:off x="3682826" y="2957611"/>
            <a:ext cx="1204484" cy="1498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8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CB76A91-A32E-3E49-BB1B-BCAF8BC3E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9504"/>
            <a:ext cx="12192000" cy="4318992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F2750F73-ECE9-269A-0DCD-9BA00FB853C7}"/>
              </a:ext>
            </a:extLst>
          </p:cNvPr>
          <p:cNvSpPr/>
          <p:nvPr/>
        </p:nvSpPr>
        <p:spPr>
          <a:xfrm>
            <a:off x="4981903" y="1261241"/>
            <a:ext cx="7210097" cy="4326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60F1532-2474-094E-095D-D71A10026EE5}"/>
              </a:ext>
            </a:extLst>
          </p:cNvPr>
          <p:cNvSpPr/>
          <p:nvPr/>
        </p:nvSpPr>
        <p:spPr>
          <a:xfrm>
            <a:off x="4681308" y="2518276"/>
            <a:ext cx="407802" cy="306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83EF503-DB84-7A25-1E10-B961A36BBBF3}"/>
              </a:ext>
            </a:extLst>
          </p:cNvPr>
          <p:cNvSpPr/>
          <p:nvPr/>
        </p:nvSpPr>
        <p:spPr>
          <a:xfrm>
            <a:off x="4589867" y="4080259"/>
            <a:ext cx="538129" cy="75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F7E55F9-A366-C37C-E348-B46BB6FCA71A}"/>
              </a:ext>
            </a:extLst>
          </p:cNvPr>
          <p:cNvSpPr/>
          <p:nvPr/>
        </p:nvSpPr>
        <p:spPr>
          <a:xfrm>
            <a:off x="0" y="1973843"/>
            <a:ext cx="2585545" cy="361345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480025C-3BF5-62B4-8E6F-F19F3DCF3699}"/>
              </a:ext>
            </a:extLst>
          </p:cNvPr>
          <p:cNvSpPr/>
          <p:nvPr/>
        </p:nvSpPr>
        <p:spPr>
          <a:xfrm>
            <a:off x="2585546" y="2777741"/>
            <a:ext cx="1103585" cy="169335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787C49A-C675-8E88-7F1C-6255F546FD15}"/>
              </a:ext>
            </a:extLst>
          </p:cNvPr>
          <p:cNvSpPr/>
          <p:nvPr/>
        </p:nvSpPr>
        <p:spPr>
          <a:xfrm>
            <a:off x="2731640" y="4471101"/>
            <a:ext cx="1241269" cy="40359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22C353D-7803-6712-532F-556E1EB2EC7F}"/>
              </a:ext>
            </a:extLst>
          </p:cNvPr>
          <p:cNvSpPr/>
          <p:nvPr/>
        </p:nvSpPr>
        <p:spPr>
          <a:xfrm>
            <a:off x="2731640" y="1269504"/>
            <a:ext cx="2396356" cy="150823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2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FC03-EAC7-5172-F336-3BEE795F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F066356-D51B-5EF7-FD57-112ED39D6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9504"/>
            <a:ext cx="12192000" cy="4318992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CF33A716-F440-CE0C-0C27-3660156E73D4}"/>
              </a:ext>
            </a:extLst>
          </p:cNvPr>
          <p:cNvSpPr/>
          <p:nvPr/>
        </p:nvSpPr>
        <p:spPr>
          <a:xfrm>
            <a:off x="0" y="1973843"/>
            <a:ext cx="2585545" cy="361345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3FD9AAB-5706-635B-C9F4-D2CFB1BFB3DC}"/>
              </a:ext>
            </a:extLst>
          </p:cNvPr>
          <p:cNvSpPr/>
          <p:nvPr/>
        </p:nvSpPr>
        <p:spPr>
          <a:xfrm>
            <a:off x="2585546" y="2730589"/>
            <a:ext cx="2263927" cy="174051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6EBB8F2-6016-5A87-E953-7ED5516D12FD}"/>
              </a:ext>
            </a:extLst>
          </p:cNvPr>
          <p:cNvSpPr/>
          <p:nvPr/>
        </p:nvSpPr>
        <p:spPr>
          <a:xfrm>
            <a:off x="2731640" y="4471101"/>
            <a:ext cx="1241269" cy="40359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D167C39-B61C-1272-B726-02D95FEFA1D6}"/>
              </a:ext>
            </a:extLst>
          </p:cNvPr>
          <p:cNvSpPr/>
          <p:nvPr/>
        </p:nvSpPr>
        <p:spPr>
          <a:xfrm>
            <a:off x="2731640" y="2509872"/>
            <a:ext cx="1241269" cy="22071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12E9739-BCC1-488D-9590-DA63614AA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851" y="0"/>
            <a:ext cx="8980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10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12E9739-BCC1-488D-9590-DA63614AA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851" y="0"/>
            <a:ext cx="8980297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7504AD29-4A2A-41CC-89EC-38534DD92767}"/>
              </a:ext>
            </a:extLst>
          </p:cNvPr>
          <p:cNvSpPr/>
          <p:nvPr/>
        </p:nvSpPr>
        <p:spPr>
          <a:xfrm>
            <a:off x="1447476" y="487147"/>
            <a:ext cx="1734956" cy="1360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10126B8-34B3-4467-ACC3-4865F7C61DB2}"/>
              </a:ext>
            </a:extLst>
          </p:cNvPr>
          <p:cNvSpPr/>
          <p:nvPr/>
        </p:nvSpPr>
        <p:spPr>
          <a:xfrm>
            <a:off x="1453456" y="1817487"/>
            <a:ext cx="2120291" cy="111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umetto: rettangolo 4">
            <a:extLst>
              <a:ext uri="{FF2B5EF4-FFF2-40B4-BE49-F238E27FC236}">
                <a16:creationId xmlns:a16="http://schemas.microsoft.com/office/drawing/2014/main" id="{54439E76-15F5-4AF7-8F37-37880E36A697}"/>
              </a:ext>
            </a:extLst>
          </p:cNvPr>
          <p:cNvSpPr/>
          <p:nvPr/>
        </p:nvSpPr>
        <p:spPr>
          <a:xfrm>
            <a:off x="1447475" y="2116297"/>
            <a:ext cx="1433491" cy="1157974"/>
          </a:xfrm>
          <a:prstGeom prst="wedgeRectCallout">
            <a:avLst>
              <a:gd name="adj1" fmla="val 22237"/>
              <a:gd name="adj2" fmla="val 90204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feature</a:t>
            </a:r>
            <a:b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depletion</a:t>
            </a:r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6AD0DAEA-3142-4130-8466-1A19C3253C31}"/>
              </a:ext>
            </a:extLst>
          </p:cNvPr>
          <p:cNvSpPr/>
          <p:nvPr/>
        </p:nvSpPr>
        <p:spPr>
          <a:xfrm>
            <a:off x="2710577" y="4431579"/>
            <a:ext cx="1647788" cy="1157974"/>
          </a:xfrm>
          <a:prstGeom prst="wedgeRectCallout">
            <a:avLst>
              <a:gd name="adj1" fmla="val 30945"/>
              <a:gd name="adj2" fmla="val -71176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</a:t>
            </a:r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fairness-aware</a:t>
            </a:r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model</a:t>
            </a:r>
          </a:p>
        </p:txBody>
      </p:sp>
      <p:sp>
        <p:nvSpPr>
          <p:cNvPr id="3" name="Fumetto: rettangolo 2">
            <a:extLst>
              <a:ext uri="{FF2B5EF4-FFF2-40B4-BE49-F238E27FC236}">
                <a16:creationId xmlns:a16="http://schemas.microsoft.com/office/drawing/2014/main" id="{3D90806A-FA5D-4F2D-97AF-EBF383AFF71D}"/>
              </a:ext>
            </a:extLst>
          </p:cNvPr>
          <p:cNvSpPr/>
          <p:nvPr/>
        </p:nvSpPr>
        <p:spPr>
          <a:xfrm>
            <a:off x="1453457" y="527078"/>
            <a:ext cx="1433491" cy="1157974"/>
          </a:xfrm>
          <a:prstGeom prst="wedgeRectCallout">
            <a:avLst>
              <a:gd name="adj1" fmla="val 104410"/>
              <a:gd name="adj2" fmla="val 79514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User prompt / task</a:t>
            </a:r>
          </a:p>
        </p:txBody>
      </p:sp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B4DE6A3E-B4F6-49D9-9EBB-3F3E16F5938D}"/>
              </a:ext>
            </a:extLst>
          </p:cNvPr>
          <p:cNvSpPr/>
          <p:nvPr/>
        </p:nvSpPr>
        <p:spPr>
          <a:xfrm>
            <a:off x="4956000" y="4431579"/>
            <a:ext cx="1647788" cy="1157974"/>
          </a:xfrm>
          <a:prstGeom prst="wedgeRectCallout">
            <a:avLst>
              <a:gd name="adj1" fmla="val 43788"/>
              <a:gd name="adj2" fmla="val -70831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data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augmentation</a:t>
            </a:r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586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12E9739-BCC1-488D-9590-DA63614AA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851" y="-35937"/>
            <a:ext cx="8980297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7504AD29-4A2A-41CC-89EC-38534DD92767}"/>
              </a:ext>
            </a:extLst>
          </p:cNvPr>
          <p:cNvSpPr/>
          <p:nvPr/>
        </p:nvSpPr>
        <p:spPr>
          <a:xfrm>
            <a:off x="1447476" y="487147"/>
            <a:ext cx="1734956" cy="1360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10126B8-34B3-4467-ACC3-4865F7C61DB2}"/>
              </a:ext>
            </a:extLst>
          </p:cNvPr>
          <p:cNvSpPr/>
          <p:nvPr/>
        </p:nvSpPr>
        <p:spPr>
          <a:xfrm>
            <a:off x="1453456" y="1817487"/>
            <a:ext cx="2120291" cy="111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6AD0DAEA-3142-4130-8466-1A19C3253C31}"/>
              </a:ext>
            </a:extLst>
          </p:cNvPr>
          <p:cNvSpPr/>
          <p:nvPr/>
        </p:nvSpPr>
        <p:spPr>
          <a:xfrm>
            <a:off x="2710577" y="4431579"/>
            <a:ext cx="1647788" cy="1157974"/>
          </a:xfrm>
          <a:prstGeom prst="wedgeRectCallout">
            <a:avLst>
              <a:gd name="adj1" fmla="val 30945"/>
              <a:gd name="adj2" fmla="val -71176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</a:t>
            </a:r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fairness-aware</a:t>
            </a:r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model</a:t>
            </a:r>
          </a:p>
        </p:txBody>
      </p:sp>
      <p:sp>
        <p:nvSpPr>
          <p:cNvPr id="3" name="Fumetto: rettangolo 2">
            <a:extLst>
              <a:ext uri="{FF2B5EF4-FFF2-40B4-BE49-F238E27FC236}">
                <a16:creationId xmlns:a16="http://schemas.microsoft.com/office/drawing/2014/main" id="{3D90806A-FA5D-4F2D-97AF-EBF383AFF71D}"/>
              </a:ext>
            </a:extLst>
          </p:cNvPr>
          <p:cNvSpPr/>
          <p:nvPr/>
        </p:nvSpPr>
        <p:spPr>
          <a:xfrm>
            <a:off x="1453457" y="527078"/>
            <a:ext cx="1433491" cy="1157974"/>
          </a:xfrm>
          <a:prstGeom prst="wedgeRectCallout">
            <a:avLst>
              <a:gd name="adj1" fmla="val 104410"/>
              <a:gd name="adj2" fmla="val 79514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User task / prompt</a:t>
            </a:r>
          </a:p>
        </p:txBody>
      </p:sp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B4DE6A3E-B4F6-49D9-9EBB-3F3E16F5938D}"/>
              </a:ext>
            </a:extLst>
          </p:cNvPr>
          <p:cNvSpPr/>
          <p:nvPr/>
        </p:nvSpPr>
        <p:spPr>
          <a:xfrm>
            <a:off x="4956000" y="4431579"/>
            <a:ext cx="1647788" cy="1157974"/>
          </a:xfrm>
          <a:prstGeom prst="wedgeRectCallout">
            <a:avLst>
              <a:gd name="adj1" fmla="val 43788"/>
              <a:gd name="adj2" fmla="val -70831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data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augmentation</a:t>
            </a:r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7275AA8-F922-4B5D-9219-65F37D4F8A98}"/>
              </a:ext>
            </a:extLst>
          </p:cNvPr>
          <p:cNvSpPr/>
          <p:nvPr/>
        </p:nvSpPr>
        <p:spPr>
          <a:xfrm>
            <a:off x="1453456" y="2531570"/>
            <a:ext cx="9132692" cy="429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8698C0D-9C2C-4193-B43B-EB7A017D76A9}"/>
              </a:ext>
            </a:extLst>
          </p:cNvPr>
          <p:cNvSpPr/>
          <p:nvPr/>
        </p:nvSpPr>
        <p:spPr>
          <a:xfrm>
            <a:off x="5779894" y="1624990"/>
            <a:ext cx="3064630" cy="111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31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12E9739-BCC1-488D-9590-DA63614AA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851" y="-35937"/>
            <a:ext cx="8980297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7504AD29-4A2A-41CC-89EC-38534DD92767}"/>
              </a:ext>
            </a:extLst>
          </p:cNvPr>
          <p:cNvSpPr/>
          <p:nvPr/>
        </p:nvSpPr>
        <p:spPr>
          <a:xfrm>
            <a:off x="1447476" y="487147"/>
            <a:ext cx="1734956" cy="1360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7275AA8-F922-4B5D-9219-65F37D4F8A98}"/>
              </a:ext>
            </a:extLst>
          </p:cNvPr>
          <p:cNvSpPr/>
          <p:nvPr/>
        </p:nvSpPr>
        <p:spPr>
          <a:xfrm>
            <a:off x="1453456" y="4364363"/>
            <a:ext cx="9132692" cy="245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10126B8-34B3-4467-ACC3-4865F7C61DB2}"/>
              </a:ext>
            </a:extLst>
          </p:cNvPr>
          <p:cNvSpPr/>
          <p:nvPr/>
        </p:nvSpPr>
        <p:spPr>
          <a:xfrm>
            <a:off x="1453456" y="1817487"/>
            <a:ext cx="2120291" cy="111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6AD0DAEA-3142-4130-8466-1A19C3253C31}"/>
              </a:ext>
            </a:extLst>
          </p:cNvPr>
          <p:cNvSpPr/>
          <p:nvPr/>
        </p:nvSpPr>
        <p:spPr>
          <a:xfrm>
            <a:off x="2710577" y="4431579"/>
            <a:ext cx="1647788" cy="1157974"/>
          </a:xfrm>
          <a:prstGeom prst="wedgeRectCallout">
            <a:avLst>
              <a:gd name="adj1" fmla="val 30945"/>
              <a:gd name="adj2" fmla="val -71176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</a:t>
            </a:r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fairness-aware</a:t>
            </a:r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model</a:t>
            </a:r>
          </a:p>
        </p:txBody>
      </p:sp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B4DE6A3E-B4F6-49D9-9EBB-3F3E16F5938D}"/>
              </a:ext>
            </a:extLst>
          </p:cNvPr>
          <p:cNvSpPr/>
          <p:nvPr/>
        </p:nvSpPr>
        <p:spPr>
          <a:xfrm>
            <a:off x="4956000" y="4431579"/>
            <a:ext cx="1647788" cy="1157974"/>
          </a:xfrm>
          <a:prstGeom prst="wedgeRectCallout">
            <a:avLst>
              <a:gd name="adj1" fmla="val 43788"/>
              <a:gd name="adj2" fmla="val -70831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data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augmentation</a:t>
            </a:r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Fumetto: rettangolo 2">
            <a:extLst>
              <a:ext uri="{FF2B5EF4-FFF2-40B4-BE49-F238E27FC236}">
                <a16:creationId xmlns:a16="http://schemas.microsoft.com/office/drawing/2014/main" id="{3D90806A-FA5D-4F2D-97AF-EBF383AFF71D}"/>
              </a:ext>
            </a:extLst>
          </p:cNvPr>
          <p:cNvSpPr/>
          <p:nvPr/>
        </p:nvSpPr>
        <p:spPr>
          <a:xfrm>
            <a:off x="1453457" y="527078"/>
            <a:ext cx="1433491" cy="1157974"/>
          </a:xfrm>
          <a:prstGeom prst="wedgeRectCallout">
            <a:avLst>
              <a:gd name="adj1" fmla="val 104410"/>
              <a:gd name="adj2" fmla="val 79514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User task / prompt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B5EF3D51-3484-4A39-ABC6-CF5EC0881C83}"/>
              </a:ext>
            </a:extLst>
          </p:cNvPr>
          <p:cNvSpPr/>
          <p:nvPr/>
        </p:nvSpPr>
        <p:spPr>
          <a:xfrm>
            <a:off x="1447475" y="2116297"/>
            <a:ext cx="1433491" cy="1157974"/>
          </a:xfrm>
          <a:prstGeom prst="wedgeRectCallout">
            <a:avLst>
              <a:gd name="adj1" fmla="val 22237"/>
              <a:gd name="adj2" fmla="val 90204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feature</a:t>
            </a:r>
            <a:b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depletion</a:t>
            </a:r>
            <a:endParaRPr lang="it-IT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6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12E9739-BCC1-488D-9590-DA63614AA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851" y="-35937"/>
            <a:ext cx="8980297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7504AD29-4A2A-41CC-89EC-38534DD92767}"/>
              </a:ext>
            </a:extLst>
          </p:cNvPr>
          <p:cNvSpPr/>
          <p:nvPr/>
        </p:nvSpPr>
        <p:spPr>
          <a:xfrm>
            <a:off x="1447476" y="487147"/>
            <a:ext cx="1734956" cy="1360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10126B8-34B3-4467-ACC3-4865F7C61DB2}"/>
              </a:ext>
            </a:extLst>
          </p:cNvPr>
          <p:cNvSpPr/>
          <p:nvPr/>
        </p:nvSpPr>
        <p:spPr>
          <a:xfrm>
            <a:off x="1453456" y="1817487"/>
            <a:ext cx="2120291" cy="1113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6AD0DAEA-3142-4130-8466-1A19C3253C31}"/>
              </a:ext>
            </a:extLst>
          </p:cNvPr>
          <p:cNvSpPr/>
          <p:nvPr/>
        </p:nvSpPr>
        <p:spPr>
          <a:xfrm>
            <a:off x="2710577" y="4431579"/>
            <a:ext cx="1647788" cy="1157974"/>
          </a:xfrm>
          <a:prstGeom prst="wedgeRectCallout">
            <a:avLst>
              <a:gd name="adj1" fmla="val 30945"/>
              <a:gd name="adj2" fmla="val -71176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w/ </a:t>
            </a:r>
            <a:r>
              <a:rPr lang="it-IT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fairness-aware</a:t>
            </a:r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model</a:t>
            </a:r>
          </a:p>
        </p:txBody>
      </p:sp>
      <p:sp>
        <p:nvSpPr>
          <p:cNvPr id="3" name="Fumetto: rettangolo 2">
            <a:extLst>
              <a:ext uri="{FF2B5EF4-FFF2-40B4-BE49-F238E27FC236}">
                <a16:creationId xmlns:a16="http://schemas.microsoft.com/office/drawing/2014/main" id="{3D90806A-FA5D-4F2D-97AF-EBF383AFF71D}"/>
              </a:ext>
            </a:extLst>
          </p:cNvPr>
          <p:cNvSpPr/>
          <p:nvPr/>
        </p:nvSpPr>
        <p:spPr>
          <a:xfrm>
            <a:off x="1453457" y="527078"/>
            <a:ext cx="1433491" cy="1157974"/>
          </a:xfrm>
          <a:prstGeom prst="wedgeRectCallout">
            <a:avLst>
              <a:gd name="adj1" fmla="val 104410"/>
              <a:gd name="adj2" fmla="val 79514"/>
            </a:avLst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User task / prompt</a:t>
            </a:r>
          </a:p>
        </p:txBody>
      </p:sp>
    </p:spTree>
    <p:extLst>
      <p:ext uri="{BB962C8B-B14F-4D97-AF65-F5344CB8AC3E}">
        <p14:creationId xmlns:p14="http://schemas.microsoft.com/office/powerpoint/2010/main" val="1223333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56</Words>
  <Application>Microsoft Office PowerPoint</Application>
  <PresentationFormat>Widescreen</PresentationFormat>
  <Paragraphs>18</Paragraphs>
  <Slides>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Matteo Francia</dc:creator>
  <cp:lastModifiedBy>Matteo Francia</cp:lastModifiedBy>
  <cp:revision>8</cp:revision>
  <dcterms:created xsi:type="dcterms:W3CDTF">2026-08-25T09:27:21Z</dcterms:created>
  <dcterms:modified xsi:type="dcterms:W3CDTF">2026-09-24T08:51:28Z</dcterms:modified>
</cp:coreProperties>
</file>